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embeddedFontLst>
    <p:embeddedFont>
      <p:font typeface="Fira Sans" panose="020B0503050000020004" pitchFamily="34" charset="0"/>
      <p:regular r:id="rId12"/>
      <p:bold r:id="rId13"/>
      <p:italic r:id="rId14"/>
      <p:boldItalic r:id="rId15"/>
    </p:embeddedFont>
    <p:embeddedFont>
      <p:font typeface="Marcellus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6F93FA11-668E-5D27-6486-F2A3F91F37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A7B1C99D-C4D1-45FD-111D-769C26834B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994A560-18DD-F7FA-6DD2-C82499042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1E9D295B-756D-94F6-FA62-BAFD6BC1D4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80AB6F56-86EA-513F-E160-6DD1EE9C47B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A8BF585-0ABE-47EC-65FA-540F276B8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658337" y="836235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IN" sz="4000" b="1" dirty="0"/>
              <a:t>Scandal-Traditional Men’s Wear</a:t>
            </a:r>
            <a:endParaRPr sz="4000" b="1" dirty="0"/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62760" y="1861770"/>
            <a:ext cx="12109155" cy="203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100" dirty="0">
                <a:solidFill>
                  <a:schemeClr val="dk1"/>
                </a:solidFill>
              </a:rPr>
              <a:t>Nishi Shah - 16010125808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100" dirty="0">
                <a:solidFill>
                  <a:schemeClr val="dk1"/>
                </a:solidFill>
              </a:rPr>
              <a:t>Khush Satra - 16010125815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100" dirty="0">
                <a:solidFill>
                  <a:schemeClr val="dk1"/>
                </a:solidFill>
              </a:rPr>
              <a:t>Harshit Panchal - 16010125810</a:t>
            </a:r>
            <a:endParaRPr lang="en-US" sz="1100" dirty="0"/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2800"/>
            </a:pPr>
            <a:r>
              <a:rPr lang="en-US" sz="1100" dirty="0">
                <a:solidFill>
                  <a:schemeClr val="dk1"/>
                </a:solidFill>
              </a:rPr>
              <a:t>KJ Somaiya School of Engineering</a:t>
            </a:r>
          </a:p>
        </p:txBody>
      </p:sp>
      <p:sp>
        <p:nvSpPr>
          <p:cNvPr id="9" name="Google Shape;30;p6">
            <a:extLst>
              <a:ext uri="{FF2B5EF4-FFF2-40B4-BE49-F238E27FC236}">
                <a16:creationId xmlns:a16="http://schemas.microsoft.com/office/drawing/2014/main" id="{C46F5E81-7F9A-2292-04D4-6CA8EEE23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Google Shape;20;p1">
            <a:extLst>
              <a:ext uri="{FF2B5EF4-FFF2-40B4-BE49-F238E27FC236}">
                <a16:creationId xmlns:a16="http://schemas.microsoft.com/office/drawing/2014/main" id="{9ED5693C-1F03-DE95-CAD9-5014A9350999}"/>
              </a:ext>
            </a:extLst>
          </p:cNvPr>
          <p:cNvSpPr txBox="1">
            <a:spLocks/>
          </p:cNvSpPr>
          <p:nvPr/>
        </p:nvSpPr>
        <p:spPr>
          <a:xfrm>
            <a:off x="1658337" y="1316295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000" b="1" dirty="0"/>
              <a:t>E-Commerce Platform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7F411-2351-A66F-248A-1332DC2B0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10"/>
          <a:stretch>
            <a:fillRect/>
          </a:stretch>
        </p:blipFill>
        <p:spPr>
          <a:xfrm>
            <a:off x="907334" y="2730038"/>
            <a:ext cx="5188666" cy="354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1C60B-B7F6-6BE3-BA21-B89E4C5774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781"/>
          <a:stretch>
            <a:fillRect/>
          </a:stretch>
        </p:blipFill>
        <p:spPr>
          <a:xfrm>
            <a:off x="6230337" y="2730038"/>
            <a:ext cx="5198829" cy="35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5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BCB8-0286-0A41-E3C6-05D24EDD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197D5-0E93-2776-8DD9-C83F20A6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544824" y="1401930"/>
            <a:ext cx="7627789" cy="1116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03E5B3-68BE-E132-5881-72120109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32530" y="2638552"/>
            <a:ext cx="7627782" cy="1116679"/>
          </a:xfrm>
          <a:prstGeom prst="rect">
            <a:avLst/>
          </a:prstGeom>
        </p:spPr>
      </p:pic>
      <p:sp>
        <p:nvSpPr>
          <p:cNvPr id="11" name="Google Shape;329;p2">
            <a:extLst>
              <a:ext uri="{FF2B5EF4-FFF2-40B4-BE49-F238E27FC236}">
                <a16:creationId xmlns:a16="http://schemas.microsoft.com/office/drawing/2014/main" id="{F3C9EB02-001B-2F2F-01AD-9B4DFFBE7B08}"/>
              </a:ext>
            </a:extLst>
          </p:cNvPr>
          <p:cNvSpPr txBox="1">
            <a:spLocks/>
          </p:cNvSpPr>
          <p:nvPr/>
        </p:nvSpPr>
        <p:spPr>
          <a:xfrm>
            <a:off x="304800" y="3658354"/>
            <a:ext cx="10972800" cy="24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 online ordering</a:t>
            </a:r>
            <a:r>
              <a:rPr lang="en-US" sz="2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– customers must visit the store physically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 size guidance</a:t>
            </a:r>
            <a:r>
              <a:rPr lang="en-US" sz="2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– wrong purchases cause returns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 visibility</a:t>
            </a:r>
            <a:r>
              <a:rPr lang="en-US" sz="2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beyond local area, growth is limited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 order tracking</a:t>
            </a:r>
            <a:r>
              <a:rPr lang="en-US" sz="2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or flexible payment options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 personalized</a:t>
            </a:r>
            <a:r>
              <a:rPr lang="en-US" sz="2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style recommendations for customers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960"/>
            </a:pPr>
            <a:endParaRPr lang="en-US" sz="2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59360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1770-CA6A-B8C3-7FA3-68CBC1BE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6611-7D71-055B-6114-01B24B10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E5FFE-F763-1E9A-2FC8-08FDBBC9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6" y="1530266"/>
            <a:ext cx="11959367" cy="313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0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3B24-B109-8A37-A687-5ABE9D64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1823-4936-2387-24C3-595B9D64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4E97F2-63CB-0163-401E-7893F50BD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66" y="1645846"/>
            <a:ext cx="6112921" cy="1283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ADDFA6-AF0A-9767-36AD-A1689ADC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66" y="3146962"/>
            <a:ext cx="6112920" cy="1283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FA094-5B29-2BD7-DE2F-060A91A53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67" y="4648078"/>
            <a:ext cx="6112920" cy="923233"/>
          </a:xfrm>
          <a:prstGeom prst="rect">
            <a:avLst/>
          </a:prstGeom>
        </p:spPr>
      </p:pic>
      <p:sp>
        <p:nvSpPr>
          <p:cNvPr id="10" name="Google Shape;329;p2">
            <a:extLst>
              <a:ext uri="{FF2B5EF4-FFF2-40B4-BE49-F238E27FC236}">
                <a16:creationId xmlns:a16="http://schemas.microsoft.com/office/drawing/2014/main" id="{72800091-C0F9-6ACE-82B8-96C0FF404ED5}"/>
              </a:ext>
            </a:extLst>
          </p:cNvPr>
          <p:cNvSpPr txBox="1">
            <a:spLocks/>
          </p:cNvSpPr>
          <p:nvPr/>
        </p:nvSpPr>
        <p:spPr>
          <a:xfrm>
            <a:off x="6352741" y="1536532"/>
            <a:ext cx="7607852" cy="57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None/>
            </a:pPr>
            <a:r>
              <a:rPr lang="en-US" sz="20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System Architecture</a:t>
            </a:r>
            <a:endParaRPr lang="en-US" sz="2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960"/>
            </a:pPr>
            <a:endParaRPr lang="en-US" sz="2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2AED03-D86D-BC7A-7BC5-52B38C2364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5044"/>
          <a:stretch>
            <a:fillRect/>
          </a:stretch>
        </p:blipFill>
        <p:spPr>
          <a:xfrm>
            <a:off x="6352741" y="2031808"/>
            <a:ext cx="5374645" cy="239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2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ADE35-6F31-3EF2-87E0-DAAA3621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D73A-0AE8-4D49-5E5C-543F9D72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Design – Homepage &amp; Product Catalogue </a:t>
            </a:r>
          </a:p>
        </p:txBody>
      </p:sp>
      <p:sp>
        <p:nvSpPr>
          <p:cNvPr id="11" name="Google Shape;329;p2">
            <a:extLst>
              <a:ext uri="{FF2B5EF4-FFF2-40B4-BE49-F238E27FC236}">
                <a16:creationId xmlns:a16="http://schemas.microsoft.com/office/drawing/2014/main" id="{D937405D-F12A-B889-094B-DB4A2107A104}"/>
              </a:ext>
            </a:extLst>
          </p:cNvPr>
          <p:cNvSpPr txBox="1">
            <a:spLocks/>
          </p:cNvSpPr>
          <p:nvPr/>
        </p:nvSpPr>
        <p:spPr>
          <a:xfrm>
            <a:off x="-122386" y="4829050"/>
            <a:ext cx="6310547" cy="235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Custom gold schema + 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Playfair Display typography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Dark/Light mode 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toggle with </a:t>
            </a:r>
            <a:r>
              <a:rPr lang="en-US" sz="1800" dirty="0" err="1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LocalStorage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persistance</a:t>
            </a:r>
            <a:endParaRPr lang="en-US" sz="1800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5F6B0-3705-4F61-E954-48FAC431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270"/>
          <a:stretch>
            <a:fillRect/>
          </a:stretch>
        </p:blipFill>
        <p:spPr>
          <a:xfrm>
            <a:off x="184322" y="1513060"/>
            <a:ext cx="5697132" cy="32354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811524-9DB7-4B5C-E332-02021DB16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412"/>
          <a:stretch>
            <a:fillRect/>
          </a:stretch>
        </p:blipFill>
        <p:spPr>
          <a:xfrm>
            <a:off x="6188161" y="1513059"/>
            <a:ext cx="5708291" cy="3235403"/>
          </a:xfrm>
          <a:prstGeom prst="rect">
            <a:avLst/>
          </a:prstGeom>
        </p:spPr>
      </p:pic>
      <p:sp>
        <p:nvSpPr>
          <p:cNvPr id="6" name="Google Shape;329;p2">
            <a:extLst>
              <a:ext uri="{FF2B5EF4-FFF2-40B4-BE49-F238E27FC236}">
                <a16:creationId xmlns:a16="http://schemas.microsoft.com/office/drawing/2014/main" id="{860B8835-5BB2-ADDF-2FBF-2695DFF2109F}"/>
              </a:ext>
            </a:extLst>
          </p:cNvPr>
          <p:cNvSpPr txBox="1">
            <a:spLocks/>
          </p:cNvSpPr>
          <p:nvPr/>
        </p:nvSpPr>
        <p:spPr>
          <a:xfrm>
            <a:off x="6014669" y="4829050"/>
            <a:ext cx="6310547" cy="10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Animated product </a:t>
            </a:r>
            <a:r>
              <a:rPr lang="en-US" sz="1800" dirty="0" err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bagdes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(Bestseller, New, Trending)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Delivery date shown dynamically on every card</a:t>
            </a:r>
          </a:p>
        </p:txBody>
      </p:sp>
    </p:spTree>
    <p:extLst>
      <p:ext uri="{BB962C8B-B14F-4D97-AF65-F5344CB8AC3E}">
        <p14:creationId xmlns:p14="http://schemas.microsoft.com/office/powerpoint/2010/main" val="389293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3B80-F42D-CA79-E8B3-775D8489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CD60-9FBD-FABA-7D80-7DCBB160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User Features – AI Stylist &amp; Size Consultant</a:t>
            </a:r>
          </a:p>
        </p:txBody>
      </p:sp>
      <p:sp>
        <p:nvSpPr>
          <p:cNvPr id="11" name="Google Shape;329;p2">
            <a:extLst>
              <a:ext uri="{FF2B5EF4-FFF2-40B4-BE49-F238E27FC236}">
                <a16:creationId xmlns:a16="http://schemas.microsoft.com/office/drawing/2014/main" id="{3B1EA7E1-C112-B073-C913-CBF61F40CE45}"/>
              </a:ext>
            </a:extLst>
          </p:cNvPr>
          <p:cNvSpPr txBox="1">
            <a:spLocks/>
          </p:cNvSpPr>
          <p:nvPr/>
        </p:nvSpPr>
        <p:spPr>
          <a:xfrm>
            <a:off x="268668" y="5037844"/>
            <a:ext cx="6310547" cy="10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12 outfit recipes across 4 occasions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“Add full look to Cart” – 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One-click shopping</a:t>
            </a:r>
          </a:p>
        </p:txBody>
      </p:sp>
      <p:sp>
        <p:nvSpPr>
          <p:cNvPr id="6" name="Google Shape;329;p2">
            <a:extLst>
              <a:ext uri="{FF2B5EF4-FFF2-40B4-BE49-F238E27FC236}">
                <a16:creationId xmlns:a16="http://schemas.microsoft.com/office/drawing/2014/main" id="{13A46E28-A3B0-5AB7-6FCE-AF348A79D4A4}"/>
              </a:ext>
            </a:extLst>
          </p:cNvPr>
          <p:cNvSpPr txBox="1">
            <a:spLocks/>
          </p:cNvSpPr>
          <p:nvPr/>
        </p:nvSpPr>
        <p:spPr>
          <a:xfrm>
            <a:off x="6238434" y="5033179"/>
            <a:ext cx="6310547" cy="10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Metric &amp; imperial units supported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Auto-fills size dropdown </a:t>
            </a:r>
            <a:r>
              <a:rPr lang="en-US" sz="18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on product card</a:t>
            </a:r>
          </a:p>
        </p:txBody>
      </p:sp>
      <p:sp>
        <p:nvSpPr>
          <p:cNvPr id="5" name="Google Shape;329;p2">
            <a:extLst>
              <a:ext uri="{FF2B5EF4-FFF2-40B4-BE49-F238E27FC236}">
                <a16:creationId xmlns:a16="http://schemas.microsoft.com/office/drawing/2014/main" id="{93AE55CB-1583-F5FC-5F8D-D5C4FD74B36F}"/>
              </a:ext>
            </a:extLst>
          </p:cNvPr>
          <p:cNvSpPr txBox="1">
            <a:spLocks/>
          </p:cNvSpPr>
          <p:nvPr/>
        </p:nvSpPr>
        <p:spPr>
          <a:xfrm>
            <a:off x="268668" y="1402306"/>
            <a:ext cx="3682755" cy="47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AI Wardrobe stylist </a:t>
            </a:r>
          </a:p>
        </p:txBody>
      </p:sp>
      <p:sp>
        <p:nvSpPr>
          <p:cNvPr id="7" name="Google Shape;329;p2">
            <a:extLst>
              <a:ext uri="{FF2B5EF4-FFF2-40B4-BE49-F238E27FC236}">
                <a16:creationId xmlns:a16="http://schemas.microsoft.com/office/drawing/2014/main" id="{D4C94ADC-B2E9-63E0-E4A8-B71BAAC68D70}"/>
              </a:ext>
            </a:extLst>
          </p:cNvPr>
          <p:cNvSpPr txBox="1">
            <a:spLocks/>
          </p:cNvSpPr>
          <p:nvPr/>
        </p:nvSpPr>
        <p:spPr>
          <a:xfrm>
            <a:off x="6238434" y="1402306"/>
            <a:ext cx="3682755" cy="47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Interactive Size Consultant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0FA385-7712-5D64-D7AF-58F3204C3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70" b="16462"/>
          <a:stretch>
            <a:fillRect/>
          </a:stretch>
        </p:blipFill>
        <p:spPr>
          <a:xfrm>
            <a:off x="268668" y="1927053"/>
            <a:ext cx="5612786" cy="3062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468E1-F100-4796-70F0-40C7E1960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12" b="14334"/>
          <a:stretch>
            <a:fillRect/>
          </a:stretch>
        </p:blipFill>
        <p:spPr>
          <a:xfrm>
            <a:off x="6238434" y="1927053"/>
            <a:ext cx="5645648" cy="305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6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EE6F-8BA0-90FD-1DB3-AD60850C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125D-3EBC-74D5-DA34-C27C87DF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Design – Collections, Cart &amp; Authentication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C9184-63A3-AA38-0017-4A39864B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449"/>
          <a:stretch>
            <a:fillRect/>
          </a:stretch>
        </p:blipFill>
        <p:spPr>
          <a:xfrm>
            <a:off x="263307" y="1530265"/>
            <a:ext cx="5708853" cy="3635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D1368D-151F-E3FF-8281-32AD47FF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230" y="1530266"/>
            <a:ext cx="5708853" cy="363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2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984D-77EA-ED5F-5C3C-5D5EA776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239E-42DF-AE7A-1723-C2B30035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– MongoDB Collection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719A9-9146-CF63-6ECB-5C71451C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33" y="1530266"/>
            <a:ext cx="11674851" cy="2576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B036C-8A0E-BF70-7BF0-7F2FBF7D0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3" y="4347757"/>
            <a:ext cx="11681969" cy="11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8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CCFA-A8C4-4E68-C6AC-0890345C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AC14-F964-EC25-DFFA-BCCB78E8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14" y="705852"/>
            <a:ext cx="11262772" cy="824414"/>
          </a:xfrm>
        </p:spPr>
        <p:txBody>
          <a:bodyPr>
            <a:normAutofit/>
          </a:bodyPr>
          <a:lstStyle/>
          <a:p>
            <a:r>
              <a:rPr lang="en-IN" sz="3200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Conclusion</a:t>
            </a:r>
            <a:endParaRPr lang="en-IN" sz="32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29;p2">
            <a:extLst>
              <a:ext uri="{FF2B5EF4-FFF2-40B4-BE49-F238E27FC236}">
                <a16:creationId xmlns:a16="http://schemas.microsoft.com/office/drawing/2014/main" id="{55B422FC-AFBB-904C-A57E-EC526826CE7D}"/>
              </a:ext>
            </a:extLst>
          </p:cNvPr>
          <p:cNvSpPr txBox="1">
            <a:spLocks/>
          </p:cNvSpPr>
          <p:nvPr/>
        </p:nvSpPr>
        <p:spPr>
          <a:xfrm>
            <a:off x="136054" y="1702108"/>
            <a:ext cx="9585462" cy="195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Interactive Lookbook 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– Shop outfits directly from editorial photography with hover-to-add-cart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Admin Dashboard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– Product management, inventory control, order analysis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Live Order Tracking – 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Real-time logistics integration with shipment APIs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Mobile App – 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React native extension for iOS and Android platforms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96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Premium Gifting – 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Gold-stamped gift notes, custom packaging for festive season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960"/>
            </a:pPr>
            <a:endParaRPr lang="en-US" sz="2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B8754-351C-0F92-42BD-89006B68C772}"/>
              </a:ext>
            </a:extLst>
          </p:cNvPr>
          <p:cNvSpPr txBox="1"/>
          <p:nvPr/>
        </p:nvSpPr>
        <p:spPr>
          <a:xfrm>
            <a:off x="464614" y="1368089"/>
            <a:ext cx="3241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Future Enhancements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78A9C5-8E9F-27B9-45E8-5089146A6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59" y="4101391"/>
            <a:ext cx="7906773" cy="2243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882F6B-5F82-A5EE-F2AE-66BC4038EE98}"/>
              </a:ext>
            </a:extLst>
          </p:cNvPr>
          <p:cNvSpPr txBox="1"/>
          <p:nvPr/>
        </p:nvSpPr>
        <p:spPr>
          <a:xfrm>
            <a:off x="464613" y="3599059"/>
            <a:ext cx="3241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Project Summary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2482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231</Words>
  <Application>Microsoft Office PowerPoint</Application>
  <PresentationFormat>Widescreen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Fira Sans</vt:lpstr>
      <vt:lpstr>Wingdings</vt:lpstr>
      <vt:lpstr>Arial</vt:lpstr>
      <vt:lpstr>Marcellus</vt:lpstr>
      <vt:lpstr>Times New Roman</vt:lpstr>
      <vt:lpstr>Office Theme</vt:lpstr>
      <vt:lpstr>Scandal-Traditional Men’s Wear</vt:lpstr>
      <vt:lpstr>Problem Statement</vt:lpstr>
      <vt:lpstr>Project Objectives </vt:lpstr>
      <vt:lpstr>Tools &amp; Technologies Used </vt:lpstr>
      <vt:lpstr>UI Design – Homepage &amp; Product Catalogue </vt:lpstr>
      <vt:lpstr>Smart User Features – AI Stylist &amp; Size Consultant</vt:lpstr>
      <vt:lpstr>UI Design – Collections, Cart &amp; Authentication </vt:lpstr>
      <vt:lpstr>Database Schema – MongoDB Collection Design</vt:lpstr>
      <vt:lpstr>Future Scope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Bhavin Panchal</cp:lastModifiedBy>
  <cp:revision>11</cp:revision>
  <dcterms:created xsi:type="dcterms:W3CDTF">2022-02-21T05:08:08Z</dcterms:created>
  <dcterms:modified xsi:type="dcterms:W3CDTF">2026-04-01T03:56:02Z</dcterms:modified>
</cp:coreProperties>
</file>